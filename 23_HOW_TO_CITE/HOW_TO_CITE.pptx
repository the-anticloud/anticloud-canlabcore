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How To Cite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CANLABCORE | Category: PSYCHOLOGY</a:t>
            </a:r>
          </a:p>
          <a:p>
            <a:r>
              <a:rPr sz="1400"/>
              <a:t>Upstream: https://github.com/canlab/CanlabCore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how to cite for the Anticloud integration of CANLABCORE.</a:t>
            </a:r>
          </a:p>
          <a:p>
            <a:r>
              <a:rPr sz="1400"/>
              <a:t>Neuroimaging and psychological data analysis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CANLABCORE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